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051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Grovia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50292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76C4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02920" y="2971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0C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het systeem werkt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46634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577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grote plaatje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2651760" cy="914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✉️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E-mailautomatisering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4231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FunnelKit verstuurt automatisch de juiste e-mail op het juiste moment — welkomstmails, betaallinks en assessment-uitnodigingen.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4160520"/>
            <a:ext cx="1005840" cy="2560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160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Actief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05840"/>
            <a:ext cx="265176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🎮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aanmeldingen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4231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 registreren kinderen automatisch bij Ixly en sturen een persoonlijke e-mail met gamelinks.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29000" y="4160520"/>
            <a:ext cx="1005840" cy="25603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4160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Actief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10058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005840"/>
            <a:ext cx="2651760" cy="9144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188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263640" y="18288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242316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WooCommerce-data wordt later ingeladen in Azure SQL, zichtbaar via PowerBI-dashboards.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63640" y="4160520"/>
            <a:ext cx="1005840" cy="256032"/>
          </a:xfrm>
          <a:prstGeom prst="rect">
            <a:avLst/>
          </a:prstGeom>
          <a:solidFill>
            <a:srgbClr val="BDBDBD"/>
          </a:solidFill>
          <a:ln w="12700">
            <a:solidFill>
              <a:srgbClr val="BDBDB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4160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Toekomst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automatiseringsflows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64008" cy="10972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005840"/>
            <a:ext cx="8321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11556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Welkomstmail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Klant maakt account of doet aankoop  →  FunnelKit herkent het event  →  Welkomstmail verstuurd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64008" cy="109728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377440"/>
            <a:ext cx="8321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248716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Betaallink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Klant koopt training  →  PHP-plugin pikt tag op  →  Azure maakt Mollie-betaallink  →  Klant ontvangt e-mail met betaalknop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64008" cy="10972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3749040"/>
            <a:ext cx="83210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85876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Assessment uitnodiging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Betaling geslaagd (Mollie)  →  Mollie stuurt webhook naar Azure  →  Kind aangemeld bij Ixly  →  E-mail met persoonlijke gamelinks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PHP Router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kleine plugin die onzichtbaar meeloopt op de Grovia WordPress-website.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5544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2240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Luistert naar tags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7889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Zodra FunnelKit een label (tag) toewijst aan een contact — bijv. bij een aankoop — pikt de plugin dit direct op.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41732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337560" y="15544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74720" y="2240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Leest orderinformatie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7889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plugin haalt automatisch de naam van het kind, het bedrag en andere gegevens op uit WooCommerce.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417320"/>
            <a:ext cx="2697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17920" y="155448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📡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355080" y="22402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Stuurt door naar Azure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27889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Afhankelijk van de tag roept de plugin de juiste Azure Function aan: betaallink aanmaken of assessment registreren.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Functions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cloudservices die automatisch worden gestart zodra ze nodig zijn.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931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17320"/>
            <a:ext cx="3931920" cy="91440"/>
          </a:xfrm>
          <a:prstGeom prst="rect">
            <a:avLst/>
          </a:prstGeom>
          <a:solidFill>
            <a:srgbClr val="0070BA"/>
          </a:solidFill>
          <a:ln w="12700">
            <a:solidFill>
              <a:srgbClr val="0070B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72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mollie-betaallink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3657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doet het?
</a:t>
            </a:r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Maakt een unieke betaallink aan via Mollie.
</a:t>
            </a:r>
            <a:pPr algn="l" indent="0" marL="0">
              <a:buNone/>
            </a:pPr>
            <a:r>
              <a:rPr lang="en-US" sz="1200" b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Triggert bij:
</a:t>
            </a:r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na aankoop in WooCommerce
</a:t>
            </a:r>
            <a:pPr algn="l" indent="0" marL="0">
              <a:buNone/>
            </a:pPr>
            <a:r>
              <a:rPr lang="en-US" sz="1200" b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Resultaat:
</a:t>
            </a:r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met persoonlijke betaalknop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39319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417320"/>
            <a:ext cx="3931920" cy="914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57276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🎮  ixly-aanmelding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2148840"/>
            <a:ext cx="36576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doet het?
</a:t>
            </a:r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Meldt het kind automatisch aan bij Ixly Assessments.
</a:t>
            </a:r>
            <a:pPr algn="l" indent="0" marL="0">
              <a:buNone/>
            </a:pPr>
            <a:r>
              <a:rPr lang="en-US" sz="1200" b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Triggert bij:
</a:t>
            </a:r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Succesvolle betaling via Mollie webhook
</a:t>
            </a:r>
            <a:pPr algn="l" indent="0" marL="0">
              <a:buNone/>
            </a:pPr>
            <a:r>
              <a:rPr lang="en-US" sz="1200" b="1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Resultaat:
</a:t>
            </a:r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met twee persoonlijke gamelinks (Blocks + Rally)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Ixly Assessments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externe platform waar kinderen de Blocks en Rally games spelen.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34440" y="146304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Profiel aanmaken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651760"/>
            <a:ext cx="1920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kind krijgt een eigen profiel in Ixly, gekoppeld aan het ordernummer. Bestaat het profiel al? Dan wordt het hergebruikt.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Spellen klaarzetten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51760" y="2651760"/>
            <a:ext cx="1920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 elk spel (Blocks + Rally) wordt een persoonlijke spelomgeving aangemaakt. Elk kind heeft zijn eigen account.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32120" y="146304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321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54880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Inloglinks genereren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651760"/>
            <a:ext cx="1920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Ixly genereert unieke inloglinks per spel. Het kind klikt op de link en start direct — geen wachtwoord nodig.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80960" y="1463040"/>
            <a:ext cx="502920" cy="50292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03720" y="212140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versturen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949440" y="2651760"/>
            <a:ext cx="1920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verstuurt een e-mail met beide gamelinks naar de ouder, inclusief tips voor een eerlijk resultaat.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betaallink methode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een betaallink?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94360" y="1664208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Grovia werkt met twee aparte betalingen: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1: Klant betaalt de cursus in de webshop (WooCommerce)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Stap 2: Klant ontvangt een aparte betaallink voor de assessmentkosten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 geeft Grovia flexibiliteit om de assessmentprijs los te beheren, zonder de webshop aan te passen.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92040" y="11430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werkt het?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92040" y="166420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Azure maakt een Mollie betaallink aan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892040" y="220370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Klant ontvangt e-mail met betaalknop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92040" y="2743200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Klant betaalt via iDEAL of creditcard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92040" y="328269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Mollie bevestigt via webhook naar Azure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382219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Azure start automatisch de Ixly-aanmelding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3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Volgende stappen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697480" cy="347472"/>
          </a:xfrm>
          <a:prstGeom prst="rect">
            <a:avLst/>
          </a:prstGeom>
          <a:solidFill>
            <a:srgbClr val="76C442"/>
          </a:solidFill>
          <a:ln w="12700">
            <a:solidFill>
              <a:srgbClr val="76C4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99032"/>
            <a:ext cx="2697480" cy="3383280"/>
          </a:xfrm>
          <a:prstGeom prst="rect">
            <a:avLst/>
          </a:prstGeom>
          <a:solidFill>
            <a:srgbClr val="0D3B22"/>
          </a:solidFill>
          <a:ln w="12700">
            <a:solidFill>
              <a:srgbClr val="1C5C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50876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E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Keten end-to-end testen: testkoop → betaling → gamelinks e-mail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25603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E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Oude FunnelKit-workflows deactiveren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36118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E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Server-level cron instellen voor betrouwbare automatisering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051560"/>
            <a:ext cx="2697480" cy="347472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515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Binnenkort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337560" y="1399032"/>
            <a:ext cx="2697480" cy="3383280"/>
          </a:xfrm>
          <a:prstGeom prst="rect">
            <a:avLst/>
          </a:prstGeom>
          <a:solidFill>
            <a:srgbClr val="0D3B22"/>
          </a:solidFill>
          <a:ln w="12700">
            <a:solidFill>
              <a:srgbClr val="1C5C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50876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E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Overleg Berry: kindnaam verplicht maken bij checkout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74720" y="25603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E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Antwoord Jan-Willem (Ixly) verwerken over e-mailveld candidates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36118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E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Token caching verbeteren in Azure (kortere token-lifetime Ixly)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2697480" cy="347472"/>
          </a:xfrm>
          <a:prstGeom prst="rect">
            <a:avLst/>
          </a:prstGeom>
          <a:solidFill>
            <a:srgbClr val="FFB74D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105156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1399032"/>
            <a:ext cx="2697480" cy="3383280"/>
          </a:xfrm>
          <a:prstGeom prst="rect">
            <a:avLst/>
          </a:prstGeom>
          <a:solidFill>
            <a:srgbClr val="0D3B22"/>
          </a:solidFill>
          <a:ln w="12700">
            <a:solidFill>
              <a:srgbClr val="1C5C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50876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E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 warehouse: WooCommerce → Azure SQL Database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256032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E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PowerBI-dashboard voor bestellingen en assessments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361188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BBEE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Eenvoudig nieuwe scholen toevoegen aan het systeem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Grovia Automations — Hoe het werkt</dc:title>
  <dc:subject>PptxGenJS Presentation</dc:subject>
  <dc:creator>PptxGenJS</dc:creator>
  <cp:lastModifiedBy>PptxGenJS</cp:lastModifiedBy>
  <cp:revision>1</cp:revision>
  <dcterms:created xsi:type="dcterms:W3CDTF">2026-05-20T13:09:16Z</dcterms:created>
  <dcterms:modified xsi:type="dcterms:W3CDTF">2026-05-20T13:09:16Z</dcterms:modified>
</cp:coreProperties>
</file>